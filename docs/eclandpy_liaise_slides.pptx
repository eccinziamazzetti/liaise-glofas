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An all-Python ecLand–CaMa-Flood chain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eclandpy on the LIAISE domain, 1988–2024, validated against the Fortran ecLand CY50R1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C1B19"/>
                </a:solidFill>
              </a:defRPr>
            </a:pPr>
            <a:r>
              <a:t>•  G. Balsamo — ECMWF — September 2026</a:t>
            </a:r>
          </a:p>
          <a:p>
            <a:pPr>
              <a:spcAft>
                <a:spcPts val="900"/>
              </a:spcAft>
              <a:defRPr sz="1800">
                <a:solidFill>
                  <a:srgbClr val="1C1B19"/>
                </a:solidFill>
              </a:defRPr>
            </a:pPr>
            <a:r>
              <a:t>•  with C. Kühnlein (ecland-porting) and N. Wedi (pmap-ifs)</a:t>
            </a:r>
          </a:p>
          <a:p>
            <a:pPr>
              <a:spcAft>
                <a:spcPts val="900"/>
              </a:spcAft>
              <a:defRPr sz="1800">
                <a:solidFill>
                  <a:srgbClr val="1C1B19"/>
                </a:solidFill>
              </a:defRPr>
            </a:pPr>
            <a:r>
              <a:t>•  Land: eclandpy (GT4Py port of ecLand, cy50r1 physics) on one NVIDIA A100</a:t>
            </a:r>
          </a:p>
          <a:p>
            <a:pPr>
              <a:spcAft>
                <a:spcPts val="900"/>
              </a:spcAft>
              <a:defRPr sz="1800">
                <a:solidFill>
                  <a:srgbClr val="1C1B19"/>
                </a:solidFill>
              </a:defRPr>
            </a:pPr>
            <a:r>
              <a:t>•  River: CaMa-Flood-GPU (Kang, Yin &amp; Yamazaki 2026, PyTorch/Triton)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In one slide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what was done, and what it showed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37 years on the 16×23 LIAISE grid: the first multi-point run of this Python core, then routed through CaMa-Flood-GPU</a:t>
            </a:r>
          </a:p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Surface temperature indistinguishable from Fortran (+0.05 °C, r = 0.99); evaporation 2 % low; runoff 21 % low</a:t>
            </a:r>
          </a:p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Restart chain reproduces the Fortran restart state after 10 years: soil T within 0.1 K, soil moisture within 1–2 %</a:t>
            </a:r>
          </a:p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At the 6 GRDC gauges the Python chain edges the Fortran chain: median KGE −0.135 vs −0.155, r 0.45 vs 0.34, 15/25 station-years</a:t>
            </a:r>
          </a:p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One real physics gap: a regionally coherent deep-soil-moisture divergence that domain means hide</a:t>
            </a:r>
          </a:p>
          <a:p>
            <a:pPr>
              <a:spcAft>
                <a:spcPts val="900"/>
              </a:spcAft>
              <a:defRPr sz="1700">
                <a:solidFill>
                  <a:srgbClr val="1C1B19"/>
                </a:solidFill>
              </a:defRPr>
            </a:pPr>
            <a:r>
              <a:t>•  Per step: Fortran 8.8 ms (4 threads), eclandpy 24 ms on one CPU core, 32 ms on an A100 — 368 columns cannot fill a GPU; the case for the port is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Porting strategy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five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Reuse, don't re-derive  </a:t>
            </a:r>
            <a:r>
              <a:rPr sz="1500">
                <a:solidFill>
                  <a:srgbClr val="1C1B19"/>
                </a:solidFill>
              </a:rPr>
              <a:t>eclandpy drives the Fortran-twin-validated GT4Py kernels of ecland_porting (C. Kühnlein) unmodified through their own offline driver; eclandpy's own code is the I/O layer, the adapter, and what the port lacks.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Close the cy48r1→cy50r1 gap surgically  </a:t>
            </a:r>
            <a:r>
              <a:rPr sz="1500">
                <a:solidFill>
                  <a:srgbClr val="1C1B19"/>
                </a:solidFill>
              </a:rPr>
              <a:t>Diffing two clean Fortran checkouts across every module on the real execution path found that most cy50r1 physics was already in the 'cy48r1' port; three genuine gaps were ported (RTF2 freezing curve, snow-cover fraction, vegetation tables) and the seven experimental hydrology flags kept off on both sides — a plain cy50r1 vs plain cy50r1 comparison.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Validate on points before grids  </a:t>
            </a:r>
            <a:r>
              <a:rPr sz="1500">
                <a:solidFill>
                  <a:srgbClr val="1C1B19"/>
                </a:solidFill>
              </a:rPr>
              <a:t>PLUMBER2: 42 then all 170 flux-tower sites, scored against FLUXNET; Qle/Qh match Fortran within noise, NEE is the known weaker variable. Only then the first multi-point run ever attempted with this core — the LIAISE grid — and its 5-day check against Fortran.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Build what the offline driver lacks  </a:t>
            </a:r>
            <a:r>
              <a:rPr sz="1500">
                <a:solidFill>
                  <a:srgbClr val="1C1B19"/>
                </a:solidFill>
              </a:rPr>
              <a:t>A restart chain (ecland_porting has none), diagnostic recorders, lat/lon on outputs so Python files are drop-ins for the Fortran-schema tools, and a coupling layer (eclandpy.cmfgpu) that mirrors cnt41s.F90's hand-over: −(Qs+Qsb), the weights, the advance loop.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Keep the reference run as the arbiter  </a:t>
            </a:r>
            <a:r>
              <a:rPr sz="1500">
                <a:solidFill>
                  <a:srgbClr val="1C1B19"/>
                </a:solidFill>
              </a:rPr>
              <a:t>Every step is checked against the Fortran control: initial state, budgets, restart state, annual diagnostics, gauge skill. Where the Python chain is better or worse, we say so with the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Architecture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same structure as the Fortran, different packaging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ecLand Fortran  </a:t>
            </a:r>
            <a:r>
              <a:rPr sz="1500">
                <a:solidFill>
                  <a:srgbClr val="1C1B19"/>
                </a:solidFill>
              </a:rPr>
              <a:t>vendors CaMa-Flood (src/surf/cmflood) and carries the coupling in cnt41s.F90 — one executable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eclandpy  </a:t>
            </a:r>
            <a:r>
              <a:rPr sz="1500">
                <a:solidFill>
                  <a:srgbClr val="1C1B19"/>
                </a:solidFill>
              </a:rPr>
              <a:t>drives ecland_porting's GT4Py kernels unmodified; adds I/O, adapter, Phase 4a flags, a restart chain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eclandpy.cmfgpu  </a:t>
            </a:r>
            <a:r>
              <a:rPr sz="1500">
                <a:solidFill>
                  <a:srgbClr val="1C1B19"/>
                </a:solidFill>
              </a:rPr>
              <a:t>the coupling layer only — −(Qs+Qsb) hand-over, inpmat→npz weights, regional subset, chained driver, discharge — CLIs, domain-agnostic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CaMa-Flood-GPU  </a:t>
            </a:r>
            <a:r>
              <a:rPr sz="1500">
                <a:solidFill>
                  <a:srgbClr val="1C1B19"/>
                </a:solidFill>
              </a:rPr>
              <a:t>stays an external package: its torch/triton stack cannot share a process with gt4py 1.1.7 / numpy&lt;2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2A6FB0"/>
                </a:solidFill>
              </a:rPr>
              <a:t>liaise-ecland  </a:t>
            </a:r>
            <a:r>
              <a:rPr sz="1500">
                <a:solidFill>
                  <a:srgbClr val="1C1B19"/>
                </a:solidFill>
              </a:rPr>
              <a:t>is configuration — which parameters.nc, mapping, gauges — the way namelist/input_cmf configures LECMF1WAY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Environments and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GPU needs its own environment: cupy-cuda12x 13.6 (14.x forces numpy≥2), nanobind 1.9.2, gcc 11 as nvcc host (nvcc rejects &gt;11), CUDA 12.6, LD_LIBRARY_PATH for GLIBCXX_3.4.26, GT4PY_EXTRA_COMPILE_ARGS unset, ≥64 GB for the nvcc compile of the largest stencil, SLURM qos ng.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gt4py compiles stencils lazily and re-reads their source from disk: editing model source under a live run recompiles and crashes it (cost us a 20-hour and a 2-hour run). Never touch the source tree while a job runs.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stencil_validation went public during this work: the pmap-ifs shim eclandpy used lacked freeze() and get_stencil_id; the real package rejects the registry re-registration Phase 4a relied on and re-registers per instantiation. All three now handled; both backends pass single- and multi-driver tests.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Sign conventions cost real effort: Qsb is a negative soil-column loss, so total runoff is −(Qs+Qsb); Qs−Qsb double-counts surface runoff and passed every plausibility check until compared with Fortran discharge.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Benchmark on one code version: the CPU and GPU runs straddled the ecland-porting main merge, which made the CPU path 4× faster, and the first performance comparison credited that to the GPU. Re-timed on the current code: 24 ms/step on one core, 32 ms on an A100, 8.8 ms for Fortran on four threads.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Output files inherit HDF5's one-record-per-chunk default; time-chunking the writers (as ecLand's own offline driver now does) makes point-site files 5× smaller and time-series reads 45× faster at no change in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Land surface vs the Fortran control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domain means over 235 land points, 37 years, identical forcing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eclandpy (GPU)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Fortran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Precipitation, mm/yr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Evapotranspiration, mm/yr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-654.5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-668.3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0.955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Total runoff −(Qs+Qsb), mm/yr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203.4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-42.6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0.848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Surface T (AvgSurfT vs T2m),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12.56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0.988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Root-zone soil moisture, kg/m²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410.8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445.3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-34.6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Runoff and root-zone deficits are one signal: water stays in the deep soil rather than leaving the column</a:t>
            </a:r>
          </a:p>
          <a:p>
            <a:pPr>
              <a:spcAft>
                <a:spcPts val="900"/>
              </a:spcAft>
              <a:defRPr sz="1500">
                <a:solidFill>
                  <a:srgbClr val="1C1B19"/>
                </a:solidFill>
              </a:defRPr>
            </a:pPr>
            <a:r>
              <a:t>•  Fortran's o_wat does not close its own budget (−60 to −70 mm/yr), so part of the runoff gap may be diagnostic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Annual series, 1988–2024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nual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417320"/>
            <a:ext cx="8412480" cy="5215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Seasonal cycle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the larger temperature amplitude is skin (AvgSurfT) vs 2 m — eclandpy has no T2m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sonal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0" cy="3575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The restart chain, checked against the Fortran restart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state at 1998-01-01 after ten chained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1B19"/>
                </a:solidFill>
              </a:defRPr>
            </a:pPr>
            <a:r>
              <a:t>•  Identical to Fortran at 1988 t=0 — the surfinit conversion is exact</a:t>
            </a:r>
          </a:p>
          <a:p>
            <a:pPr>
              <a:spcAft>
                <a:spcPts val="900"/>
              </a:spcAft>
              <a:defRPr sz="1600">
                <a:solidFill>
                  <a:srgbClr val="1C1B19"/>
                </a:solidFill>
              </a:defRPr>
            </a:pPr>
            <a:r>
              <a:t>•  AvgSurfT 276.96 vs 277.02 K; soil temperature within 0.1 K in all four layers</a:t>
            </a:r>
          </a:p>
          <a:p>
            <a:pPr>
              <a:spcAft>
                <a:spcPts val="900"/>
              </a:spcAft>
              <a:defRPr sz="1600">
                <a:solidFill>
                  <a:srgbClr val="1C1B19"/>
                </a:solidFill>
              </a:defRPr>
            </a:pPr>
            <a:r>
              <a:t>•  Soil moisture within 1–2 % (domain mean) in all four layers; one clean timestep across the 1997→1998 boundary</a:t>
            </a:r>
          </a:p>
          <a:p>
            <a:pPr>
              <a:spcAft>
                <a:spcPts val="900"/>
              </a:spcAft>
              <a:defRPr sz="1600">
                <a:solidFill>
                  <a:srgbClr val="1C1B19"/>
                </a:solidFill>
              </a:defRPr>
            </a:pPr>
            <a:r>
              <a:t>•  Small real differences: SWE 0.83 vs 0.56, canopy water 0.22 vs 0.14 kg/m²</a:t>
            </a:r>
          </a:p>
          <a:p>
            <a:pPr>
              <a:spcAft>
                <a:spcPts val="900"/>
              </a:spcAft>
              <a:defRPr sz="1600">
                <a:solidFill>
                  <a:srgbClr val="1C1B19"/>
                </a:solidFill>
              </a:defRPr>
            </a:pPr>
            <a:r>
              <a:t>•  Deep layer (1.9 m): 35 of 235 cells differ by &gt;100 kg/m² — drier on the Duero plateau, wetter on the coasts; signs balance, so means hide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River discharge vs GRDC observations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6 LIAISE gauges, 5 benchmark years, 25 station-years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315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eclandpy → CaMa-Flood-GPU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Fortran chain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median KGE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-0.155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median 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-1.003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-1.181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median correlation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0.342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median PBIAS,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-42.4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-35.5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station-years won on KGE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15 of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 of 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grdc_k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3383280"/>
            <a:ext cx="8778240" cy="33357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Performance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per simulated year, 368-column LIAISE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per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37 years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Fortran ecLand CY50R1, 4 OpenMP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2.6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 h 35 m (measured)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eclandpy gt:cpu_kfirst, 1 core — current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≈7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≈4.3 h (projected)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eclandpy gt:cpu_kfirst, 1 core — as run (pre-merge 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30.5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13.7 h for 27 yr (measured)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eclandpy gt:gpu, 1× A100 (physics / with recorders)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32 / 37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10.8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6.7 h (measured)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29000"/>
            <a:ext cx="5029200" cy="2424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C1B19"/>
                </a:solidFill>
              </a:defRPr>
            </a:pPr>
            <a:r>
              <a:t>•  The archived CPU run predates C. Kühnlein's main merge (4× faster CPU path); the earlier "2.9× GPU speed-up" compared across code versions and was wrong</a:t>
            </a:r>
          </a:p>
          <a:p>
            <a:pPr>
              <a:spcAft>
                <a:spcPts val="900"/>
              </a:spcAft>
              <a:defRPr sz="1200">
                <a:solidFill>
                  <a:srgbClr val="1C1B19"/>
                </a:solidFill>
              </a:defRPr>
            </a:pPr>
            <a:r>
              <a:t>•  Per-step cost at 368 columns is kernel-launch latency; CaMa-Flood-GPU's own benchmarks run at 17,675×N columns — the case for the port is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Known gaps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Deep-layer (1.9 m) soil moisture diverges regionally after ~2 years — eclandpy drier on the Duero plateau, wetter on the Mediterranean and Cantabrian coasts; 35 of 235 cells by &gt;100 kg/m². The runoff and root-zone offsets follow from it. Next: locate when and where it develops in the L4 time series.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No T2m/D2m diagnostic in eclandpy (surfpp_ctl_mod's per-tile 2 m scheme is unported); AvgSurfT stands in, which also explains the larger seasonal amplitude in the climatology.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Two Fortran coupling switches are unported and off in the reference: LWEVAP (lake-tile potential evaporation extracted from floodplain storage — CaMa-Flood-GPU has no evaporation sink) and LROSPLIT (surface/sub-surface passed separately — equivalent while LGDWDLY is off).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The land-ice tile is dead code in the port (InputBinder hardcodes pcil = 0), harmless on LIAISE; NEE remains the weakest PLUMBER2 variable.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Performance case must be made at scale: at 368 columns per-step cost is launch latency; CaMa-Flood-GPU's own benchmarks run at 17,675×N columns. Batching the 170 PLUMBER2 sites into one domain is the natural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B19"/>
                </a:solidFill>
              </a:defRPr>
            </a:pPr>
            <a:r>
              <a:t>Reproduce it</a:t>
            </a:r>
          </a:p>
          <a:p>
            <a:pPr>
              <a:defRPr sz="1500">
                <a:solidFill>
                  <a:srgbClr val="5A5750"/>
                </a:solidFill>
              </a:defRPr>
            </a:pPr>
            <a:r>
              <a:t>four commands, two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38000"/>
          </a:xfrm>
          <a:prstGeom prst="rect">
            <a:avLst/>
          </a:prstGeom>
          <a:solidFill>
            <a:srgbClr val="2A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liaise-ecland/eclandpy_bridge/README.md — prepare inputs → land run (CPU or A100) → routing chain → dashboard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eclandpy/README.md 'CaMa-Flood-GPU coupling' — the eclandpy.cmfgpu CLIs and the GPU environment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Dashboards: sites.ecmwf.int/pad/liaise/eclandpy/ (beside /control/), sites.ecmwf.int/pad/plumber2/dashboards/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github.com/gpbalsamo/eclandpy — the land model + eclandpy.cmfgpu coupling layer (this work: 4e35128 and later)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github.com/gpbalsamo/liaise-ecland — LIAISE configuration, Fortran control, eclandpy_bridge/ (93fae86 and later), the archived CaMa-Flood-GPU drivers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github.com/gpbalsamo/ecland-porting, branch cy50r1 — the three cy50r1 physics ports on top of C. Kühnlein's main (merged 29e6152)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github.com/Kshy0/CaMa-Flood-GPU + Kshy0/hydroforge — the routing model, unmodified</a:t>
            </a:r>
          </a:p>
          <a:p>
            <a:pPr>
              <a:spcAft>
                <a:spcPts val="900"/>
              </a:spcAft>
              <a:defRPr sz="1400">
                <a:solidFill>
                  <a:srgbClr val="1C1B19"/>
                </a:solidFill>
              </a:defRPr>
            </a:pPr>
            <a:r>
              <a:t>•  github.com/stubbiali/stencil-validation (public since 2026-09-14) — the stencil framework at ecland-porting's pinned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